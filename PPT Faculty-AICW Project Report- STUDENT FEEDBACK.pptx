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8" r:id="rId2"/>
    <p:sldId id="273" r:id="rId3"/>
    <p:sldId id="257" r:id="rId4"/>
    <p:sldId id="258" r:id="rId5"/>
    <p:sldId id="259" r:id="rId6"/>
    <p:sldId id="260" r:id="rId7"/>
    <p:sldId id="261" r:id="rId8"/>
    <p:sldId id="279" r:id="rId9"/>
    <p:sldId id="269" r:id="rId10"/>
    <p:sldId id="270" r:id="rId11"/>
    <p:sldId id="274" r:id="rId12"/>
    <p:sldId id="275" r:id="rId13"/>
    <p:sldId id="276" r:id="rId14"/>
    <p:sldId id="277" r:id="rId15"/>
    <p:sldId id="271" r:id="rId16"/>
    <p:sldId id="278" r:id="rId17"/>
    <p:sldId id="272" r:id="rId18"/>
    <p:sldId id="263" r:id="rId19"/>
    <p:sldId id="264" r:id="rId20"/>
    <p:sldId id="265" r:id="rId21"/>
    <p:sldId id="266" r:id="rId22"/>
  </p:sldIdLst>
  <p:sldSz cx="9144000" cy="5143500" type="screen16x9"/>
  <p:notesSz cx="5143500" cy="9144000"/>
  <p:custDataLst>
    <p:tags r:id="rId2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85282-3965-481F-94A9-B803BB6A82EC}" v="6" dt="2026-04-11T16:51:21.0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8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tika Mishra" userId="2ed39882aae35913" providerId="LiveId" clId="{CA5A3056-8BDF-492F-B47E-D2B74D18106E}"/>
    <pc:docChg chg="undo custSel addSld delSld modSld sldOrd">
      <pc:chgData name="Vartika Mishra" userId="2ed39882aae35913" providerId="LiveId" clId="{CA5A3056-8BDF-492F-B47E-D2B74D18106E}" dt="2026-04-11T17:08:06.125" v="888" actId="120"/>
      <pc:docMkLst>
        <pc:docMk/>
      </pc:docMkLst>
      <pc:sldChg chg="modSp mod">
        <pc:chgData name="Vartika Mishra" userId="2ed39882aae35913" providerId="LiveId" clId="{CA5A3056-8BDF-492F-B47E-D2B74D18106E}" dt="2026-04-11T16:54:22.878" v="766" actId="255"/>
        <pc:sldMkLst>
          <pc:docMk/>
          <pc:sldMk cId="0" sldId="257"/>
        </pc:sldMkLst>
        <pc:spChg chg="mod">
          <ac:chgData name="Vartika Mishra" userId="2ed39882aae35913" providerId="LiveId" clId="{CA5A3056-8BDF-492F-B47E-D2B74D18106E}" dt="2026-04-11T16:54:22.878" v="766" actId="255"/>
          <ac:spMkLst>
            <pc:docMk/>
            <pc:sldMk cId="0" sldId="257"/>
            <ac:spMk id="24" creationId="{90865657-EE51-429D-40B6-B64C80E4AB47}"/>
          </ac:spMkLst>
        </pc:spChg>
      </pc:sldChg>
      <pc:sldChg chg="addSp modSp mod">
        <pc:chgData name="Vartika Mishra" userId="2ed39882aae35913" providerId="LiveId" clId="{CA5A3056-8BDF-492F-B47E-D2B74D18106E}" dt="2026-04-11T16:55:19.704" v="774" actId="122"/>
        <pc:sldMkLst>
          <pc:docMk/>
          <pc:sldMk cId="0" sldId="258"/>
        </pc:sldMkLst>
        <pc:spChg chg="mod">
          <ac:chgData name="Vartika Mishra" userId="2ed39882aae35913" providerId="LiveId" clId="{CA5A3056-8BDF-492F-B47E-D2B74D18106E}" dt="2026-04-11T16:55:19.704" v="774" actId="122"/>
          <ac:spMkLst>
            <pc:docMk/>
            <pc:sldMk cId="0" sldId="258"/>
            <ac:spMk id="4" creationId="{00000000-0000-0000-0000-000000000000}"/>
          </ac:spMkLst>
        </pc:spChg>
        <pc:spChg chg="mod">
          <ac:chgData name="Vartika Mishra" userId="2ed39882aae35913" providerId="LiveId" clId="{CA5A3056-8BDF-492F-B47E-D2B74D18106E}" dt="2026-04-11T16:55:01.056" v="770" actId="1076"/>
          <ac:spMkLst>
            <pc:docMk/>
            <pc:sldMk cId="0" sldId="258"/>
            <ac:spMk id="7" creationId="{38849028-F25C-7DA0-DE56-0DC142EECABD}"/>
          </ac:spMkLst>
        </pc:spChg>
      </pc:sldChg>
      <pc:sldChg chg="addSp delSp modSp mod">
        <pc:chgData name="Vartika Mishra" userId="2ed39882aae35913" providerId="LiveId" clId="{CA5A3056-8BDF-492F-B47E-D2B74D18106E}" dt="2026-04-11T16:56:31.162" v="781" actId="122"/>
        <pc:sldMkLst>
          <pc:docMk/>
          <pc:sldMk cId="0" sldId="259"/>
        </pc:sldMkLst>
        <pc:spChg chg="mod">
          <ac:chgData name="Vartika Mishra" userId="2ed39882aae35913" providerId="LiveId" clId="{CA5A3056-8BDF-492F-B47E-D2B74D18106E}" dt="2026-04-11T16:56:31.162" v="781" actId="122"/>
          <ac:spMkLst>
            <pc:docMk/>
            <pc:sldMk cId="0" sldId="259"/>
            <ac:spMk id="4" creationId="{00000000-0000-0000-0000-000000000000}"/>
          </ac:spMkLst>
        </pc:spChg>
        <pc:spChg chg="mod">
          <ac:chgData name="Vartika Mishra" userId="2ed39882aae35913" providerId="LiveId" clId="{CA5A3056-8BDF-492F-B47E-D2B74D18106E}" dt="2026-04-07T19:02:29.244" v="148" actId="20577"/>
          <ac:spMkLst>
            <pc:docMk/>
            <pc:sldMk cId="0" sldId="259"/>
            <ac:spMk id="6" creationId="{EE76AC24-5CB7-D860-6A01-E6D8ABD38610}"/>
          </ac:spMkLst>
        </pc:spChg>
        <pc:spChg chg="add mod">
          <ac:chgData name="Vartika Mishra" userId="2ed39882aae35913" providerId="LiveId" clId="{CA5A3056-8BDF-492F-B47E-D2B74D18106E}" dt="2026-04-11T16:55:36.031" v="776" actId="255"/>
          <ac:spMkLst>
            <pc:docMk/>
            <pc:sldMk cId="0" sldId="259"/>
            <ac:spMk id="13" creationId="{B8411E14-AD33-D812-43CA-C77F86FC5E27}"/>
          </ac:spMkLst>
        </pc:spChg>
        <pc:picChg chg="mod">
          <ac:chgData name="Vartika Mishra" userId="2ed39882aae35913" providerId="LiveId" clId="{CA5A3056-8BDF-492F-B47E-D2B74D18106E}" dt="2026-04-11T16:56:14.417" v="778" actId="14100"/>
          <ac:picMkLst>
            <pc:docMk/>
            <pc:sldMk cId="0" sldId="259"/>
            <ac:picMk id="3" creationId="{327B2E24-A610-1C01-FCDD-9B6B67A72E49}"/>
          </ac:picMkLst>
        </pc:picChg>
      </pc:sldChg>
      <pc:sldChg chg="modSp mod">
        <pc:chgData name="Vartika Mishra" userId="2ed39882aae35913" providerId="LiveId" clId="{CA5A3056-8BDF-492F-B47E-D2B74D18106E}" dt="2026-04-11T16:57:00.099" v="787" actId="14100"/>
        <pc:sldMkLst>
          <pc:docMk/>
          <pc:sldMk cId="0" sldId="260"/>
        </pc:sldMkLst>
        <pc:spChg chg="mod">
          <ac:chgData name="Vartika Mishra" userId="2ed39882aae35913" providerId="LiveId" clId="{CA5A3056-8BDF-492F-B47E-D2B74D18106E}" dt="2026-04-11T16:56:44.128" v="784" actId="122"/>
          <ac:spMkLst>
            <pc:docMk/>
            <pc:sldMk cId="0" sldId="260"/>
            <ac:spMk id="4" creationId="{00000000-0000-0000-0000-000000000000}"/>
          </ac:spMkLst>
        </pc:spChg>
        <pc:spChg chg="mod">
          <ac:chgData name="Vartika Mishra" userId="2ed39882aae35913" providerId="LiveId" clId="{CA5A3056-8BDF-492F-B47E-D2B74D18106E}" dt="2026-04-11T16:57:00.099" v="787" actId="14100"/>
          <ac:spMkLst>
            <pc:docMk/>
            <pc:sldMk cId="0" sldId="260"/>
            <ac:spMk id="5" creationId="{00000000-0000-0000-0000-000000000000}"/>
          </ac:spMkLst>
        </pc:spChg>
        <pc:picChg chg="mod">
          <ac:chgData name="Vartika Mishra" userId="2ed39882aae35913" providerId="LiveId" clId="{CA5A3056-8BDF-492F-B47E-D2B74D18106E}" dt="2026-04-11T16:56:49.528" v="785" actId="14100"/>
          <ac:picMkLst>
            <pc:docMk/>
            <pc:sldMk cId="0" sldId="260"/>
            <ac:picMk id="8" creationId="{F1F49F94-4102-44CC-056B-FA1BB4DA8DA6}"/>
          </ac:picMkLst>
        </pc:picChg>
      </pc:sldChg>
      <pc:sldChg chg="addSp delSp modSp mod">
        <pc:chgData name="Vartika Mishra" userId="2ed39882aae35913" providerId="LiveId" clId="{CA5A3056-8BDF-492F-B47E-D2B74D18106E}" dt="2026-04-11T16:58:54.883" v="807" actId="1076"/>
        <pc:sldMkLst>
          <pc:docMk/>
          <pc:sldMk cId="0" sldId="261"/>
        </pc:sldMkLst>
        <pc:spChg chg="mod">
          <ac:chgData name="Vartika Mishra" userId="2ed39882aae35913" providerId="LiveId" clId="{CA5A3056-8BDF-492F-B47E-D2B74D18106E}" dt="2026-04-11T16:58:47.678" v="806" actId="122"/>
          <ac:spMkLst>
            <pc:docMk/>
            <pc:sldMk cId="0" sldId="261"/>
            <ac:spMk id="4" creationId="{00000000-0000-0000-0000-000000000000}"/>
          </ac:spMkLst>
        </pc:spChg>
        <pc:spChg chg="mod">
          <ac:chgData name="Vartika Mishra" userId="2ed39882aae35913" providerId="LiveId" clId="{CA5A3056-8BDF-492F-B47E-D2B74D18106E}" dt="2026-04-11T16:58:20.912" v="798" actId="403"/>
          <ac:spMkLst>
            <pc:docMk/>
            <pc:sldMk cId="0" sldId="261"/>
            <ac:spMk id="8" creationId="{00000000-0000-0000-0000-000000000000}"/>
          </ac:spMkLst>
        </pc:spChg>
        <pc:spChg chg="mod">
          <ac:chgData name="Vartika Mishra" userId="2ed39882aae35913" providerId="LiveId" clId="{CA5A3056-8BDF-492F-B47E-D2B74D18106E}" dt="2026-04-07T19:06:35.878" v="252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Vartika Mishra" userId="2ed39882aae35913" providerId="LiveId" clId="{CA5A3056-8BDF-492F-B47E-D2B74D18106E}" dt="2026-04-11T16:58:25.896" v="799" actId="403"/>
          <ac:spMkLst>
            <pc:docMk/>
            <pc:sldMk cId="0" sldId="261"/>
            <ac:spMk id="12" creationId="{00000000-0000-0000-0000-000000000000}"/>
          </ac:spMkLst>
        </pc:spChg>
        <pc:spChg chg="mod">
          <ac:chgData name="Vartika Mishra" userId="2ed39882aae35913" providerId="LiveId" clId="{CA5A3056-8BDF-492F-B47E-D2B74D18106E}" dt="2026-04-07T19:07:36.561" v="261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Vartika Mishra" userId="2ed39882aae35913" providerId="LiveId" clId="{CA5A3056-8BDF-492F-B47E-D2B74D18106E}" dt="2026-04-11T16:58:32.752" v="801" actId="403"/>
          <ac:spMkLst>
            <pc:docMk/>
            <pc:sldMk cId="0" sldId="261"/>
            <ac:spMk id="16" creationId="{00000000-0000-0000-0000-000000000000}"/>
          </ac:spMkLst>
        </pc:spChg>
        <pc:spChg chg="mod">
          <ac:chgData name="Vartika Mishra" userId="2ed39882aae35913" providerId="LiveId" clId="{CA5A3056-8BDF-492F-B47E-D2B74D18106E}" dt="2026-04-11T16:58:01.261" v="795" actId="271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Vartika Mishra" userId="2ed39882aae35913" providerId="LiveId" clId="{CA5A3056-8BDF-492F-B47E-D2B74D18106E}" dt="2026-04-11T16:58:38.784" v="803" actId="403"/>
          <ac:spMkLst>
            <pc:docMk/>
            <pc:sldMk cId="0" sldId="261"/>
            <ac:spMk id="20" creationId="{00000000-0000-0000-0000-000000000000}"/>
          </ac:spMkLst>
        </pc:spChg>
        <pc:spChg chg="mod">
          <ac:chgData name="Vartika Mishra" userId="2ed39882aae35913" providerId="LiveId" clId="{CA5A3056-8BDF-492F-B47E-D2B74D18106E}" dt="2026-04-11T16:57:56.246" v="794" actId="2711"/>
          <ac:spMkLst>
            <pc:docMk/>
            <pc:sldMk cId="0" sldId="261"/>
            <ac:spMk id="21" creationId="{00000000-0000-0000-0000-000000000000}"/>
          </ac:spMkLst>
        </pc:spChg>
        <pc:spChg chg="add mod">
          <ac:chgData name="Vartika Mishra" userId="2ed39882aae35913" providerId="LiveId" clId="{CA5A3056-8BDF-492F-B47E-D2B74D18106E}" dt="2026-04-11T16:58:54.883" v="807" actId="1076"/>
          <ac:spMkLst>
            <pc:docMk/>
            <pc:sldMk cId="0" sldId="261"/>
            <ac:spMk id="22" creationId="{4B48F86E-95AF-888B-6E0F-957FAC96F891}"/>
          </ac:spMkLst>
        </pc:spChg>
        <pc:spChg chg="add mod">
          <ac:chgData name="Vartika Mishra" userId="2ed39882aae35913" providerId="LiveId" clId="{CA5A3056-8BDF-492F-B47E-D2B74D18106E}" dt="2026-04-11T16:57:41.903" v="791" actId="403"/>
          <ac:spMkLst>
            <pc:docMk/>
            <pc:sldMk cId="0" sldId="261"/>
            <ac:spMk id="25" creationId="{056472DE-D478-A789-2566-8650725F4D19}"/>
          </ac:spMkLst>
        </pc:spChg>
      </pc:sldChg>
      <pc:sldChg chg="addSp delSp modSp del mod">
        <pc:chgData name="Vartika Mishra" userId="2ed39882aae35913" providerId="LiveId" clId="{CA5A3056-8BDF-492F-B47E-D2B74D18106E}" dt="2026-04-11T16:52:56.485" v="761" actId="2696"/>
        <pc:sldMkLst>
          <pc:docMk/>
          <pc:sldMk cId="0" sldId="262"/>
        </pc:sldMkLst>
        <pc:spChg chg="del mod">
          <ac:chgData name="Vartika Mishra" userId="2ed39882aae35913" providerId="LiveId" clId="{CA5A3056-8BDF-492F-B47E-D2B74D18106E}" dt="2026-04-11T16:51:08.128" v="742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Vartika Mishra" userId="2ed39882aae35913" providerId="LiveId" clId="{CA5A3056-8BDF-492F-B47E-D2B74D18106E}" dt="2026-04-11T16:51:11.474" v="744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Vartika Mishra" userId="2ed39882aae35913" providerId="LiveId" clId="{CA5A3056-8BDF-492F-B47E-D2B74D18106E}" dt="2026-04-11T16:51:09.952" v="743" actId="478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Vartika Mishra" userId="2ed39882aae35913" providerId="LiveId" clId="{CA5A3056-8BDF-492F-B47E-D2B74D18106E}" dt="2026-04-11T16:51:13.855" v="745" actId="478"/>
          <ac:spMkLst>
            <pc:docMk/>
            <pc:sldMk cId="0" sldId="262"/>
            <ac:spMk id="14" creationId="{00000000-0000-0000-0000-000000000000}"/>
          </ac:spMkLst>
        </pc:spChg>
      </pc:sldChg>
      <pc:sldChg chg="modSp mod">
        <pc:chgData name="Vartika Mishra" userId="2ed39882aae35913" providerId="LiveId" clId="{CA5A3056-8BDF-492F-B47E-D2B74D18106E}" dt="2026-04-11T17:07:07.531" v="878" actId="14100"/>
        <pc:sldMkLst>
          <pc:docMk/>
          <pc:sldMk cId="0" sldId="264"/>
        </pc:sldMkLst>
        <pc:spChg chg="mod">
          <ac:chgData name="Vartika Mishra" userId="2ed39882aae35913" providerId="LiveId" clId="{CA5A3056-8BDF-492F-B47E-D2B74D18106E}" dt="2026-04-11T17:06:04.178" v="869" actId="255"/>
          <ac:spMkLst>
            <pc:docMk/>
            <pc:sldMk cId="0" sldId="264"/>
            <ac:spMk id="4" creationId="{00000000-0000-0000-0000-000000000000}"/>
          </ac:spMkLst>
        </pc:spChg>
        <pc:spChg chg="mod">
          <ac:chgData name="Vartika Mishra" userId="2ed39882aae35913" providerId="LiveId" clId="{CA5A3056-8BDF-492F-B47E-D2B74D18106E}" dt="2026-04-11T17:07:07.531" v="878" actId="14100"/>
          <ac:spMkLst>
            <pc:docMk/>
            <pc:sldMk cId="0" sldId="264"/>
            <ac:spMk id="14" creationId="{00000000-0000-0000-0000-000000000000}"/>
          </ac:spMkLst>
        </pc:spChg>
        <pc:picChg chg="mod">
          <ac:chgData name="Vartika Mishra" userId="2ed39882aae35913" providerId="LiveId" clId="{CA5A3056-8BDF-492F-B47E-D2B74D18106E}" dt="2026-04-11T17:07:03.851" v="877" actId="1076"/>
          <ac:picMkLst>
            <pc:docMk/>
            <pc:sldMk cId="0" sldId="264"/>
            <ac:picMk id="20" creationId="{BAE68F53-65EE-1751-E92D-7025D978B68E}"/>
          </ac:picMkLst>
        </pc:picChg>
      </pc:sldChg>
      <pc:sldChg chg="addSp delSp modSp mod">
        <pc:chgData name="Vartika Mishra" userId="2ed39882aae35913" providerId="LiveId" clId="{CA5A3056-8BDF-492F-B47E-D2B74D18106E}" dt="2026-04-11T17:08:06.125" v="888" actId="120"/>
        <pc:sldMkLst>
          <pc:docMk/>
          <pc:sldMk cId="0" sldId="265"/>
        </pc:sldMkLst>
        <pc:spChg chg="mod">
          <ac:chgData name="Vartika Mishra" userId="2ed39882aae35913" providerId="LiveId" clId="{CA5A3056-8BDF-492F-B47E-D2B74D18106E}" dt="2026-04-11T17:08:06.125" v="888" actId="120"/>
          <ac:spMkLst>
            <pc:docMk/>
            <pc:sldMk cId="0" sldId="265"/>
            <ac:spMk id="4" creationId="{00000000-0000-0000-0000-000000000000}"/>
          </ac:spMkLst>
        </pc:spChg>
        <pc:spChg chg="add mod">
          <ac:chgData name="Vartika Mishra" userId="2ed39882aae35913" providerId="LiveId" clId="{CA5A3056-8BDF-492F-B47E-D2B74D18106E}" dt="2026-04-11T17:07:58.488" v="887" actId="14100"/>
          <ac:spMkLst>
            <pc:docMk/>
            <pc:sldMk cId="0" sldId="265"/>
            <ac:spMk id="6" creationId="{45783273-B507-11ED-CC35-25043FEF22A0}"/>
          </ac:spMkLst>
        </pc:spChg>
        <pc:spChg chg="mod">
          <ac:chgData name="Vartika Mishra" userId="2ed39882aae35913" providerId="LiveId" clId="{CA5A3056-8BDF-492F-B47E-D2B74D18106E}" dt="2026-04-07T19:39:33.395" v="323" actId="20577"/>
          <ac:spMkLst>
            <pc:docMk/>
            <pc:sldMk cId="0" sldId="265"/>
            <ac:spMk id="14" creationId="{00000000-0000-0000-0000-000000000000}"/>
          </ac:spMkLst>
        </pc:spChg>
        <pc:picChg chg="mod">
          <ac:chgData name="Vartika Mishra" userId="2ed39882aae35913" providerId="LiveId" clId="{CA5A3056-8BDF-492F-B47E-D2B74D18106E}" dt="2026-04-11T17:07:54.908" v="886" actId="14100"/>
          <ac:picMkLst>
            <pc:docMk/>
            <pc:sldMk cId="0" sldId="265"/>
            <ac:picMk id="2" creationId="{412449DB-BF51-DAAE-EA83-F4C008967631}"/>
          </ac:picMkLst>
        </pc:picChg>
      </pc:sldChg>
      <pc:sldChg chg="addSp delSp modSp mod">
        <pc:chgData name="Vartika Mishra" userId="2ed39882aae35913" providerId="LiveId" clId="{CA5A3056-8BDF-492F-B47E-D2B74D18106E}" dt="2026-04-07T18:55:52.986" v="89"/>
        <pc:sldMkLst>
          <pc:docMk/>
          <pc:sldMk cId="121223606" sldId="268"/>
        </pc:sldMkLst>
        <pc:spChg chg="add del mod">
          <ac:chgData name="Vartika Mishra" userId="2ed39882aae35913" providerId="LiveId" clId="{CA5A3056-8BDF-492F-B47E-D2B74D18106E}" dt="2026-04-07T18:55:03.213" v="27" actId="20577"/>
          <ac:spMkLst>
            <pc:docMk/>
            <pc:sldMk cId="121223606" sldId="268"/>
            <ac:spMk id="42" creationId="{2E9FAC26-1E84-D690-0FD4-B1A364AF40DE}"/>
          </ac:spMkLst>
        </pc:spChg>
        <pc:spChg chg="mod">
          <ac:chgData name="Vartika Mishra" userId="2ed39882aae35913" providerId="LiveId" clId="{CA5A3056-8BDF-492F-B47E-D2B74D18106E}" dt="2026-04-07T18:55:17.557" v="63" actId="20577"/>
          <ac:spMkLst>
            <pc:docMk/>
            <pc:sldMk cId="121223606" sldId="268"/>
            <ac:spMk id="43" creationId="{B84F91E2-C42E-10B3-A03A-88AA58AF1258}"/>
          </ac:spMkLst>
        </pc:spChg>
        <pc:spChg chg="mod">
          <ac:chgData name="Vartika Mishra" userId="2ed39882aae35913" providerId="LiveId" clId="{CA5A3056-8BDF-492F-B47E-D2B74D18106E}" dt="2026-04-07T18:55:52.789" v="88"/>
          <ac:spMkLst>
            <pc:docMk/>
            <pc:sldMk cId="121223606" sldId="268"/>
            <ac:spMk id="67" creationId="{5FE6F280-D970-382B-5260-25E219F86722}"/>
          </ac:spMkLst>
        </pc:spChg>
        <pc:spChg chg="mod">
          <ac:chgData name="Vartika Mishra" userId="2ed39882aae35913" providerId="LiveId" clId="{CA5A3056-8BDF-492F-B47E-D2B74D18106E}" dt="2026-04-07T18:55:52.986" v="89"/>
          <ac:spMkLst>
            <pc:docMk/>
            <pc:sldMk cId="121223606" sldId="268"/>
            <ac:spMk id="68" creationId="{A541DFB6-306C-CD3E-24BD-6D7131F87B73}"/>
          </ac:spMkLst>
        </pc:spChg>
        <pc:grpChg chg="mod">
          <ac:chgData name="Vartika Mishra" userId="2ed39882aae35913" providerId="LiveId" clId="{CA5A3056-8BDF-492F-B47E-D2B74D18106E}" dt="2026-04-07T18:55:52.789" v="88"/>
          <ac:grpSpMkLst>
            <pc:docMk/>
            <pc:sldMk cId="121223606" sldId="268"/>
            <ac:grpSpMk id="66" creationId="{658A7A12-122B-4A3C-11D3-C4D8BF732077}"/>
          </ac:grpSpMkLst>
        </pc:grpChg>
      </pc:sldChg>
      <pc:sldChg chg="addSp delSp modSp new mod">
        <pc:chgData name="Vartika Mishra" userId="2ed39882aae35913" providerId="LiveId" clId="{CA5A3056-8BDF-492F-B47E-D2B74D18106E}" dt="2026-04-11T17:01:32.650" v="814" actId="14100"/>
        <pc:sldMkLst>
          <pc:docMk/>
          <pc:sldMk cId="3129863567" sldId="269"/>
        </pc:sldMkLst>
        <pc:spChg chg="add mod">
          <ac:chgData name="Vartika Mishra" userId="2ed39882aae35913" providerId="LiveId" clId="{CA5A3056-8BDF-492F-B47E-D2B74D18106E}" dt="2026-04-11T16:59:29.289" v="812" actId="255"/>
          <ac:spMkLst>
            <pc:docMk/>
            <pc:sldMk cId="3129863567" sldId="269"/>
            <ac:spMk id="8" creationId="{02632A11-4A66-55C0-8299-B43522ACDB4A}"/>
          </ac:spMkLst>
        </pc:spChg>
        <pc:picChg chg="add mod">
          <ac:chgData name="Vartika Mishra" userId="2ed39882aae35913" providerId="LiveId" clId="{CA5A3056-8BDF-492F-B47E-D2B74D18106E}" dt="2026-04-11T17:01:32.650" v="814" actId="14100"/>
          <ac:picMkLst>
            <pc:docMk/>
            <pc:sldMk cId="3129863567" sldId="269"/>
            <ac:picMk id="7" creationId="{8A68EAB0-B651-18B3-4C1E-E92F4318DAF8}"/>
          </ac:picMkLst>
        </pc:picChg>
      </pc:sldChg>
      <pc:sldChg chg="addSp modSp new mod">
        <pc:chgData name="Vartika Mishra" userId="2ed39882aae35913" providerId="LiveId" clId="{CA5A3056-8BDF-492F-B47E-D2B74D18106E}" dt="2026-04-11T17:01:57.537" v="818" actId="14100"/>
        <pc:sldMkLst>
          <pc:docMk/>
          <pc:sldMk cId="1178234491" sldId="270"/>
        </pc:sldMkLst>
        <pc:spChg chg="add mod">
          <ac:chgData name="Vartika Mishra" userId="2ed39882aae35913" providerId="LiveId" clId="{CA5A3056-8BDF-492F-B47E-D2B74D18106E}" dt="2026-04-11T17:01:44.604" v="816" actId="255"/>
          <ac:spMkLst>
            <pc:docMk/>
            <pc:sldMk cId="1178234491" sldId="270"/>
            <ac:spMk id="4" creationId="{893E54F0-7FB2-DED8-DE94-08428149F6FC}"/>
          </ac:spMkLst>
        </pc:spChg>
        <pc:picChg chg="add mod">
          <ac:chgData name="Vartika Mishra" userId="2ed39882aae35913" providerId="LiveId" clId="{CA5A3056-8BDF-492F-B47E-D2B74D18106E}" dt="2026-04-11T17:01:57.537" v="818" actId="14100"/>
          <ac:picMkLst>
            <pc:docMk/>
            <pc:sldMk cId="1178234491" sldId="270"/>
            <ac:picMk id="3" creationId="{7ED0D84F-9D45-666D-1574-02750813FEFB}"/>
          </ac:picMkLst>
        </pc:picChg>
      </pc:sldChg>
      <pc:sldChg chg="addSp delSp modSp new mod">
        <pc:chgData name="Vartika Mishra" userId="2ed39882aae35913" providerId="LiveId" clId="{CA5A3056-8BDF-492F-B47E-D2B74D18106E}" dt="2026-04-11T17:05:26.445" v="862" actId="14100"/>
        <pc:sldMkLst>
          <pc:docMk/>
          <pc:sldMk cId="1682897088" sldId="271"/>
        </pc:sldMkLst>
        <pc:spChg chg="add mod">
          <ac:chgData name="Vartika Mishra" userId="2ed39882aae35913" providerId="LiveId" clId="{CA5A3056-8BDF-492F-B47E-D2B74D18106E}" dt="2026-04-11T17:05:11.780" v="861" actId="14100"/>
          <ac:spMkLst>
            <pc:docMk/>
            <pc:sldMk cId="1682897088" sldId="271"/>
            <ac:spMk id="16" creationId="{2945B3B1-D78F-D131-2BA4-98AF2E91C870}"/>
          </ac:spMkLst>
        </pc:spChg>
        <pc:picChg chg="add mod modCrop">
          <ac:chgData name="Vartika Mishra" userId="2ed39882aae35913" providerId="LiveId" clId="{CA5A3056-8BDF-492F-B47E-D2B74D18106E}" dt="2026-04-11T17:05:26.445" v="862" actId="14100"/>
          <ac:picMkLst>
            <pc:docMk/>
            <pc:sldMk cId="1682897088" sldId="271"/>
            <ac:picMk id="15" creationId="{4E074983-720C-F5C4-CAB2-FD6E92DE0E27}"/>
          </ac:picMkLst>
        </pc:picChg>
      </pc:sldChg>
      <pc:sldChg chg="addSp delSp modSp new mod">
        <pc:chgData name="Vartika Mishra" userId="2ed39882aae35913" providerId="LiveId" clId="{CA5A3056-8BDF-492F-B47E-D2B74D18106E}" dt="2026-04-11T17:05:51.017" v="867" actId="14100"/>
        <pc:sldMkLst>
          <pc:docMk/>
          <pc:sldMk cId="2378880986" sldId="272"/>
        </pc:sldMkLst>
        <pc:spChg chg="add mod">
          <ac:chgData name="Vartika Mishra" userId="2ed39882aae35913" providerId="LiveId" clId="{CA5A3056-8BDF-492F-B47E-D2B74D18106E}" dt="2026-04-11T17:05:51.017" v="867" actId="14100"/>
          <ac:spMkLst>
            <pc:docMk/>
            <pc:sldMk cId="2378880986" sldId="272"/>
            <ac:spMk id="10" creationId="{F36B5937-B63B-B758-7671-AC754A26CA58}"/>
          </ac:spMkLst>
        </pc:spChg>
        <pc:picChg chg="add mod">
          <ac:chgData name="Vartika Mishra" userId="2ed39882aae35913" providerId="LiveId" clId="{CA5A3056-8BDF-492F-B47E-D2B74D18106E}" dt="2026-04-07T19:55:28.592" v="570" actId="1076"/>
          <ac:picMkLst>
            <pc:docMk/>
            <pc:sldMk cId="2378880986" sldId="272"/>
            <ac:picMk id="7" creationId="{171BD8D9-580F-78DE-C0BD-405ED76E00DB}"/>
          </ac:picMkLst>
        </pc:picChg>
        <pc:picChg chg="add mod">
          <ac:chgData name="Vartika Mishra" userId="2ed39882aae35913" providerId="LiveId" clId="{CA5A3056-8BDF-492F-B47E-D2B74D18106E}" dt="2026-04-07T19:55:25.536" v="569" actId="1076"/>
          <ac:picMkLst>
            <pc:docMk/>
            <pc:sldMk cId="2378880986" sldId="272"/>
            <ac:picMk id="9" creationId="{2554E39E-5088-BDCD-7D93-D92CCB1D4F4C}"/>
          </ac:picMkLst>
        </pc:picChg>
      </pc:sldChg>
      <pc:sldChg chg="addSp modSp new mod">
        <pc:chgData name="Vartika Mishra" userId="2ed39882aae35913" providerId="LiveId" clId="{CA5A3056-8BDF-492F-B47E-D2B74D18106E}" dt="2026-04-11T16:54:09.593" v="764" actId="2711"/>
        <pc:sldMkLst>
          <pc:docMk/>
          <pc:sldMk cId="1013769868" sldId="273"/>
        </pc:sldMkLst>
        <pc:spChg chg="add mod">
          <ac:chgData name="Vartika Mishra" userId="2ed39882aae35913" providerId="LiveId" clId="{CA5A3056-8BDF-492F-B47E-D2B74D18106E}" dt="2026-04-11T16:54:09.593" v="764" actId="2711"/>
          <ac:spMkLst>
            <pc:docMk/>
            <pc:sldMk cId="1013769868" sldId="273"/>
            <ac:spMk id="2" creationId="{D9977AD8-A02F-7894-8BC6-D0F37FB19D48}"/>
          </ac:spMkLst>
        </pc:spChg>
      </pc:sldChg>
      <pc:sldChg chg="addSp modSp new mod ord">
        <pc:chgData name="Vartika Mishra" userId="2ed39882aae35913" providerId="LiveId" clId="{CA5A3056-8BDF-492F-B47E-D2B74D18106E}" dt="2026-04-11T17:02:34.331" v="825" actId="1076"/>
        <pc:sldMkLst>
          <pc:docMk/>
          <pc:sldMk cId="1968736947" sldId="274"/>
        </pc:sldMkLst>
        <pc:spChg chg="add mod">
          <ac:chgData name="Vartika Mishra" userId="2ed39882aae35913" providerId="LiveId" clId="{CA5A3056-8BDF-492F-B47E-D2B74D18106E}" dt="2026-04-11T17:02:34.331" v="825" actId="1076"/>
          <ac:spMkLst>
            <pc:docMk/>
            <pc:sldMk cId="1968736947" sldId="274"/>
            <ac:spMk id="3" creationId="{9B8B0353-430A-5B47-1834-9C2240A172C4}"/>
          </ac:spMkLst>
        </pc:spChg>
        <pc:picChg chg="add mod">
          <ac:chgData name="Vartika Mishra" userId="2ed39882aae35913" providerId="LiveId" clId="{CA5A3056-8BDF-492F-B47E-D2B74D18106E}" dt="2026-04-11T17:02:27.637" v="824" actId="14100"/>
          <ac:picMkLst>
            <pc:docMk/>
            <pc:sldMk cId="1968736947" sldId="274"/>
            <ac:picMk id="4" creationId="{E77FF796-9B4C-EC88-C70D-F414472FBCF5}"/>
          </ac:picMkLst>
        </pc:picChg>
      </pc:sldChg>
      <pc:sldChg chg="addSp modSp new mod">
        <pc:chgData name="Vartika Mishra" userId="2ed39882aae35913" providerId="LiveId" clId="{CA5A3056-8BDF-492F-B47E-D2B74D18106E}" dt="2026-04-11T17:03:10.864" v="830" actId="14100"/>
        <pc:sldMkLst>
          <pc:docMk/>
          <pc:sldMk cId="2010683191" sldId="275"/>
        </pc:sldMkLst>
        <pc:spChg chg="add mod">
          <ac:chgData name="Vartika Mishra" userId="2ed39882aae35913" providerId="LiveId" clId="{CA5A3056-8BDF-492F-B47E-D2B74D18106E}" dt="2026-04-11T17:02:55.922" v="827" actId="1076"/>
          <ac:spMkLst>
            <pc:docMk/>
            <pc:sldMk cId="2010683191" sldId="275"/>
            <ac:spMk id="3" creationId="{2927D3A0-2EF7-6001-DC7F-340701210545}"/>
          </ac:spMkLst>
        </pc:spChg>
        <pc:picChg chg="add mod">
          <ac:chgData name="Vartika Mishra" userId="2ed39882aae35913" providerId="LiveId" clId="{CA5A3056-8BDF-492F-B47E-D2B74D18106E}" dt="2026-04-11T17:03:10.864" v="830" actId="14100"/>
          <ac:picMkLst>
            <pc:docMk/>
            <pc:sldMk cId="2010683191" sldId="275"/>
            <ac:picMk id="4" creationId="{B0728055-43EB-BA90-F204-297D30BFEF78}"/>
          </ac:picMkLst>
        </pc:picChg>
      </pc:sldChg>
      <pc:sldChg chg="addSp modSp new mod">
        <pc:chgData name="Vartika Mishra" userId="2ed39882aae35913" providerId="LiveId" clId="{CA5A3056-8BDF-492F-B47E-D2B74D18106E}" dt="2026-04-11T17:03:54.836" v="846" actId="14100"/>
        <pc:sldMkLst>
          <pc:docMk/>
          <pc:sldMk cId="1060359382" sldId="276"/>
        </pc:sldMkLst>
        <pc:spChg chg="add mod">
          <ac:chgData name="Vartika Mishra" userId="2ed39882aae35913" providerId="LiveId" clId="{CA5A3056-8BDF-492F-B47E-D2B74D18106E}" dt="2026-04-11T17:03:42.010" v="843" actId="20577"/>
          <ac:spMkLst>
            <pc:docMk/>
            <pc:sldMk cId="1060359382" sldId="276"/>
            <ac:spMk id="3" creationId="{9948B5B2-B987-1D7F-5A38-7C688A9DC311}"/>
          </ac:spMkLst>
        </pc:spChg>
        <pc:picChg chg="add mod">
          <ac:chgData name="Vartika Mishra" userId="2ed39882aae35913" providerId="LiveId" clId="{CA5A3056-8BDF-492F-B47E-D2B74D18106E}" dt="2026-04-11T17:03:54.836" v="846" actId="14100"/>
          <ac:picMkLst>
            <pc:docMk/>
            <pc:sldMk cId="1060359382" sldId="276"/>
            <ac:picMk id="4" creationId="{A4567459-B9B5-03EF-300E-D9FC799C60EA}"/>
          </ac:picMkLst>
        </pc:picChg>
      </pc:sldChg>
      <pc:sldChg chg="addSp modSp new mod">
        <pc:chgData name="Vartika Mishra" userId="2ed39882aae35913" providerId="LiveId" clId="{CA5A3056-8BDF-492F-B47E-D2B74D18106E}" dt="2026-04-11T17:04:36.083" v="853" actId="14100"/>
        <pc:sldMkLst>
          <pc:docMk/>
          <pc:sldMk cId="4018182977" sldId="277"/>
        </pc:sldMkLst>
        <pc:spChg chg="add mod">
          <ac:chgData name="Vartika Mishra" userId="2ed39882aae35913" providerId="LiveId" clId="{CA5A3056-8BDF-492F-B47E-D2B74D18106E}" dt="2026-04-11T17:04:11.006" v="849" actId="20577"/>
          <ac:spMkLst>
            <pc:docMk/>
            <pc:sldMk cId="4018182977" sldId="277"/>
            <ac:spMk id="4" creationId="{016CB2A8-CD6E-8548-E1BC-4F90312F0FD7}"/>
          </ac:spMkLst>
        </pc:spChg>
        <pc:picChg chg="add mod">
          <ac:chgData name="Vartika Mishra" userId="2ed39882aae35913" providerId="LiveId" clId="{CA5A3056-8BDF-492F-B47E-D2B74D18106E}" dt="2026-04-11T17:04:36.083" v="853" actId="14100"/>
          <ac:picMkLst>
            <pc:docMk/>
            <pc:sldMk cId="4018182977" sldId="277"/>
            <ac:picMk id="2" creationId="{0F58CAF5-3072-FF3B-EB12-3D2937851B60}"/>
          </ac:picMkLst>
        </pc:picChg>
      </pc:sldChg>
      <pc:sldChg chg="addSp modSp new mod">
        <pc:chgData name="Vartika Mishra" userId="2ed39882aae35913" providerId="LiveId" clId="{CA5A3056-8BDF-492F-B47E-D2B74D18106E}" dt="2026-04-11T17:05:34.427" v="863" actId="2711"/>
        <pc:sldMkLst>
          <pc:docMk/>
          <pc:sldMk cId="2304468062" sldId="278"/>
        </pc:sldMkLst>
        <pc:spChg chg="add mod">
          <ac:chgData name="Vartika Mishra" userId="2ed39882aae35913" providerId="LiveId" clId="{CA5A3056-8BDF-492F-B47E-D2B74D18106E}" dt="2026-04-11T17:05:34.427" v="863" actId="2711"/>
          <ac:spMkLst>
            <pc:docMk/>
            <pc:sldMk cId="2304468062" sldId="278"/>
            <ac:spMk id="4" creationId="{9D54DFD9-215B-FEBC-05F1-AC840DBDF3A1}"/>
          </ac:spMkLst>
        </pc:spChg>
        <pc:picChg chg="add mod">
          <ac:chgData name="Vartika Mishra" userId="2ed39882aae35913" providerId="LiveId" clId="{CA5A3056-8BDF-492F-B47E-D2B74D18106E}" dt="2026-04-11T16:47:51.285" v="736" actId="1076"/>
          <ac:picMkLst>
            <pc:docMk/>
            <pc:sldMk cId="2304468062" sldId="278"/>
            <ac:picMk id="2" creationId="{BFC6EAF0-106B-606D-1C9D-9832CD1EC9BD}"/>
          </ac:picMkLst>
        </pc:picChg>
      </pc:sldChg>
      <pc:sldChg chg="addSp modSp new mod">
        <pc:chgData name="Vartika Mishra" userId="2ed39882aae35913" providerId="LiveId" clId="{CA5A3056-8BDF-492F-B47E-D2B74D18106E}" dt="2026-04-11T16:59:04.695" v="808" actId="2711"/>
        <pc:sldMkLst>
          <pc:docMk/>
          <pc:sldMk cId="1381412085" sldId="279"/>
        </pc:sldMkLst>
        <pc:spChg chg="add mod">
          <ac:chgData name="Vartika Mishra" userId="2ed39882aae35913" providerId="LiveId" clId="{CA5A3056-8BDF-492F-B47E-D2B74D18106E}" dt="2026-04-11T16:59:04.695" v="808" actId="2711"/>
          <ac:spMkLst>
            <pc:docMk/>
            <pc:sldMk cId="1381412085" sldId="279"/>
            <ac:spMk id="2" creationId="{2DC19E0A-D2AC-2B16-CE7A-25A7AD97DA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hyperlink" Target="https://github.com/vartikamishrastudy/Evaluating-Teaching-Performance-via-Student-Feedback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Vartika Mishra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vartikamishra2018@gmail.com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977AD8-A02F-7894-8BC6-D0F37FB19D48}"/>
              </a:ext>
            </a:extLst>
          </p:cNvPr>
          <p:cNvSpPr txBox="1"/>
          <p:nvPr/>
        </p:nvSpPr>
        <p:spPr>
          <a:xfrm>
            <a:off x="662940" y="1028700"/>
            <a:ext cx="78943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Comprehensive Educational Analytics System for Evaluating Teaching Performance via Student Feedback</a:t>
            </a:r>
            <a:endParaRPr lang="en-IN" sz="4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/>
            <a:endParaRPr lang="en-IN" sz="4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76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76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 of the Project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0099" y="46702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Abstract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391940" y="905934"/>
            <a:ext cx="528496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AICW Fellowship project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feedback using AI and data visualization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 teaching effectiveness and improve course quality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Excel, Microsoft Copilot, Chatbot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Data-driven insights for better academic decisions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of AI with interactive dashboards for real-world analysis 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780" y="1254063"/>
            <a:ext cx="3539979" cy="3539979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8411E14-AD33-D812-43CA-C77F86FC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899" y="-3897641"/>
            <a:ext cx="4922520" cy="9017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feedback is often unstructured and difficult to analyze effectively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limits extraction of meaningful insights on teaching performance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AI tools for sentiment analysis and automated summarization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Affects educational institutions, faculty, and decision-makers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interactive visualization and real-time insights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an AI-based system to analyze feedback and generate actionable insights 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732" y="1600200"/>
            <a:ext cx="3883268" cy="3328515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504719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Solution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943248"/>
            <a:ext cx="801267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educational analytics system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process student feedback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raw and unstructured data into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structured, meaningful insights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 using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/ Power BI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modeling to evaluate teaching performance 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 (Microsoft Copilot &amp; Chatbot)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for: </a:t>
            </a:r>
          </a:p>
          <a:p>
            <a:pPr lvl="1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</a:t>
            </a:r>
          </a:p>
          <a:p>
            <a:pPr lvl="1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summarization </a:t>
            </a:r>
          </a:p>
          <a:p>
            <a:pPr lvl="1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generation </a:t>
            </a:r>
          </a:p>
          <a:p>
            <a:pPr lvl="1"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visualization of feedback trends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recommendations for teaching improvement 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accurate, and data-driven academic decision-making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teaching quality and student satisfaction </a:t>
            </a:r>
          </a:p>
          <a:p>
            <a:pPr marL="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Input / Source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Processing /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/ Tool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Processing: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Microsoft Copilot &amp; chatbot for summarization and insight generation </a:t>
            </a: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 / 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Converted raw data into meaningful, actionable insights in form of Dashboard.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48F86E-95AF-888B-6E0F-957FAC96F891}"/>
              </a:ext>
            </a:extLst>
          </p:cNvPr>
          <p:cNvSpPr txBox="1"/>
          <p:nvPr/>
        </p:nvSpPr>
        <p:spPr>
          <a:xfrm>
            <a:off x="287936" y="1387706"/>
            <a:ext cx="31165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feedback dataset (CSV/Excel)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1000+ responses from students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Ratings on teaching &amp; course parameters (1–10 scale)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Collected from institutional feedback system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6472DE-D478-A789-2566-8650725F4D19}"/>
              </a:ext>
            </a:extLst>
          </p:cNvPr>
          <p:cNvSpPr txBox="1"/>
          <p:nvPr/>
        </p:nvSpPr>
        <p:spPr>
          <a:xfrm>
            <a:off x="4792982" y="1637437"/>
            <a:ext cx="39006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Removed duplicates, standardized formats, validated data using Excel/Power BI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Structured dataset, corrected data types, prepared for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Calculated averages, trends, and performance indicators using Excel &amp; Power BI 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2DC19E0A-D2AC-2B16-CE7A-25A7AD97DAB8}"/>
              </a:ext>
            </a:extLst>
          </p:cNvPr>
          <p:cNvSpPr/>
          <p:nvPr/>
        </p:nvSpPr>
        <p:spPr>
          <a:xfrm>
            <a:off x="349223" y="194841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3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 Demo of Project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412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68EAB0-B651-18B3-4C1E-E92F4318D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5" y="1041380"/>
            <a:ext cx="9122345" cy="39901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632A11-4A66-55C0-8299-B43522ACDB4A}"/>
              </a:ext>
            </a:extLst>
          </p:cNvPr>
          <p:cNvSpPr txBox="1"/>
          <p:nvPr/>
        </p:nvSpPr>
        <p:spPr>
          <a:xfrm>
            <a:off x="1135380" y="518160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Set</a:t>
            </a:r>
          </a:p>
        </p:txBody>
      </p:sp>
    </p:spTree>
    <p:extLst>
      <p:ext uri="{BB962C8B-B14F-4D97-AF65-F5344CB8AC3E}">
        <p14:creationId xmlns:p14="http://schemas.microsoft.com/office/powerpoint/2010/main" val="3129863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D0D84F-9D45-666D-1574-02750813F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4484"/>
            <a:ext cx="9144000" cy="40737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3E54F0-7FB2-DED8-DE94-08428149F6FC}"/>
              </a:ext>
            </a:extLst>
          </p:cNvPr>
          <p:cNvSpPr txBox="1"/>
          <p:nvPr/>
        </p:nvSpPr>
        <p:spPr>
          <a:xfrm>
            <a:off x="1013460" y="369709"/>
            <a:ext cx="7254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Set</a:t>
            </a:r>
          </a:p>
        </p:txBody>
      </p:sp>
    </p:spTree>
    <p:extLst>
      <p:ext uri="{BB962C8B-B14F-4D97-AF65-F5344CB8AC3E}">
        <p14:creationId xmlns:p14="http://schemas.microsoft.com/office/powerpoint/2010/main" val="1178234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8B0353-430A-5B47-1834-9C2240A172C4}"/>
              </a:ext>
            </a:extLst>
          </p:cNvPr>
          <p:cNvSpPr txBox="1"/>
          <p:nvPr/>
        </p:nvSpPr>
        <p:spPr>
          <a:xfrm>
            <a:off x="799332" y="449332"/>
            <a:ext cx="77800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400"/>
              </a:spcBef>
              <a:spcAft>
                <a:spcPts val="600"/>
              </a:spcAft>
              <a:buNone/>
            </a:pPr>
            <a:r>
              <a:rPr lang="en-IN" sz="28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Average Ratings by Instructor</a:t>
            </a:r>
            <a:endParaRPr lang="en-IN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FF796-9B4C-EC88-C70D-F414472FB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247"/>
            <a:ext cx="9144000" cy="408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36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27D3A0-2EF7-6001-DC7F-340701210545}"/>
              </a:ext>
            </a:extLst>
          </p:cNvPr>
          <p:cNvSpPr txBox="1"/>
          <p:nvPr/>
        </p:nvSpPr>
        <p:spPr>
          <a:xfrm>
            <a:off x="167640" y="459760"/>
            <a:ext cx="8671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Course-wise Average Rating (Student Satisfaction)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728055-43EB-BA90-F204-297D30BFE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2980"/>
            <a:ext cx="914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83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48B5B2-B987-1D7F-5A38-7C688A9DC311}"/>
              </a:ext>
            </a:extLst>
          </p:cNvPr>
          <p:cNvSpPr txBox="1"/>
          <p:nvPr/>
        </p:nvSpPr>
        <p:spPr>
          <a:xfrm>
            <a:off x="160020" y="457201"/>
            <a:ext cx="874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400"/>
              </a:spcBef>
              <a:spcAft>
                <a:spcPts val="600"/>
              </a:spcAft>
              <a:buNone/>
            </a:pPr>
            <a:r>
              <a:rPr lang="en-IN" sz="28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Instructor-Wise Sentiment Breakdown Pie-chart</a:t>
            </a:r>
            <a:endParaRPr lang="en-IN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67459-B9B5-03EF-300E-D9FC799C6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1812"/>
            <a:ext cx="9144000" cy="393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59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58CAF5-3072-FF3B-EB12-3D2937851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22" y="1057304"/>
            <a:ext cx="9151121" cy="39871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6CB2A8-CD6E-8548-E1BC-4F90312F0FD7}"/>
              </a:ext>
            </a:extLst>
          </p:cNvPr>
          <p:cNvSpPr txBox="1"/>
          <p:nvPr/>
        </p:nvSpPr>
        <p:spPr>
          <a:xfrm>
            <a:off x="182880" y="534085"/>
            <a:ext cx="8823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400"/>
              </a:spcBef>
              <a:spcAft>
                <a:spcPts val="600"/>
              </a:spcAft>
              <a:buNone/>
            </a:pPr>
            <a:r>
              <a:rPr lang="en-IN" sz="28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Overall Rating Distribution column chart</a:t>
            </a:r>
            <a:endParaRPr lang="en-IN" sz="2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182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E074983-720C-F5C4-CAB2-FD6E92DE0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588" r="16833"/>
          <a:stretch>
            <a:fillRect/>
          </a:stretch>
        </p:blipFill>
        <p:spPr>
          <a:xfrm>
            <a:off x="0" y="1056620"/>
            <a:ext cx="9144000" cy="3980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45B3B1-D78F-D131-2BA4-98AF2E91C870}"/>
              </a:ext>
            </a:extLst>
          </p:cNvPr>
          <p:cNvSpPr txBox="1"/>
          <p:nvPr/>
        </p:nvSpPr>
        <p:spPr>
          <a:xfrm>
            <a:off x="0" y="5334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1682897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C6EAF0-106B-606D-1C9D-9832CD1EC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540" y="522514"/>
            <a:ext cx="3731797" cy="45094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54DFD9-215B-FEBC-05F1-AC840DBDF3A1}"/>
              </a:ext>
            </a:extLst>
          </p:cNvPr>
          <p:cNvSpPr txBox="1"/>
          <p:nvPr/>
        </p:nvSpPr>
        <p:spPr>
          <a:xfrm>
            <a:off x="295663" y="1740184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Key Findings</a:t>
            </a:r>
            <a:endParaRPr lang="en-IN" sz="44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468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1BD8D9-580F-78DE-C0BD-405ED76E0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" y="1344564"/>
            <a:ext cx="4618729" cy="1882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54E39E-5088-BDCD-7D93-D92CCB1D4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930" y="2857500"/>
            <a:ext cx="5354010" cy="21259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6B5937-B63B-B758-7671-AC754A26CA58}"/>
              </a:ext>
            </a:extLst>
          </p:cNvPr>
          <p:cNvSpPr txBox="1"/>
          <p:nvPr/>
        </p:nvSpPr>
        <p:spPr>
          <a:xfrm>
            <a:off x="0" y="56388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Copilot Feedback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880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04800" y="996696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21564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dirty="0" err="1">
                <a:hlinkClick r:id="rId4"/>
              </a:rPr>
              <a:t>vartikamishrastudy</a:t>
            </a:r>
            <a:r>
              <a:rPr lang="en-IN" sz="2400" dirty="0">
                <a:hlinkClick r:id="rId4"/>
              </a:rPr>
              <a:t>/Evaluating-Teaching-Performance-via-Student-Feedback: A Comprehensive Educational Analytics System for Evaluating Teaching Performance via Student Feedback</a:t>
            </a:r>
            <a:endParaRPr lang="en-US" sz="2400" dirty="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6"/>
            <a:ext cx="6321034" cy="3860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student feedback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raw data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insights using Excel, Power BI, and AI tools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showed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teaching performance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areas for improvement in assignments and support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project objectives were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achieved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decision-making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academic improvement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value by integrating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with educational analytics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teaching and learning outcomes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6304472" y="1516380"/>
            <a:ext cx="2839528" cy="26121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6" y="613561"/>
            <a:ext cx="9020753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Scope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456" y="1516379"/>
            <a:ext cx="2907543" cy="27475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783273-B507-11ED-CC35-25043FEF22A0}"/>
              </a:ext>
            </a:extLst>
          </p:cNvPr>
          <p:cNvSpPr txBox="1"/>
          <p:nvPr/>
        </p:nvSpPr>
        <p:spPr>
          <a:xfrm>
            <a:off x="220980" y="880526"/>
            <a:ext cx="59359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collection systems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continuous feedback analysis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Inclusion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text-based feedback &amp; advanced sentiment analysis (NLP)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student satisfaction and teaching performance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 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web/mobile application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wider accessibility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LMS platforms (like Moodle, Google Classroom)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AI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deeper insights and recommendations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Expansion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multi-institution datasets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scalability and broader analysis 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590</Words>
  <Application>Microsoft Office PowerPoint</Application>
  <PresentationFormat>On-screen Show (16:9)</PresentationFormat>
  <Paragraphs>128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Vartika Mishra</cp:lastModifiedBy>
  <cp:revision>27</cp:revision>
  <dcterms:created xsi:type="dcterms:W3CDTF">2026-02-18T09:17:23Z</dcterms:created>
  <dcterms:modified xsi:type="dcterms:W3CDTF">2026-04-11T21:08:37Z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